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cha del taller" id="{5083595f-cbf0-7ad4-028b-41c8e778f242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Abrí con una pregunta: en tu último proyecto, ¿quién comprobó que cada historia terminada tenía su revisión y quién midió los beneficios después del cierre? El taller muestra cómo gobernar con PRINCE2 lo que un equipo especifica y construye con BMAD. La imagen es real, de la corrida del caso: la puerta de cierre en una página. Cerrá con los objetivos y con para quién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Explicá la división del trabajo: BMAD especifica y construye; pm-method lee en solo lectura, señala lo que falta y arma la evidencia; las condiciones, los cambios y el cierre los decide alguien con rol. La primera clase gobierna la construcción; la segunda llega al cierre y a los beneficios. Recomendá hacer antes E2E-5 y aclará que no hace falta conocer BMAD.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CHA_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0312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68712" y="329184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268712" y="32918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58368"/>
            <a:ext cx="9445752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2.5.1 · Webinar E2E-4 · Ficha del taller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CHA_DETAL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2.5.1 · Webinar E2E-4 · Ficha del taller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· 2 clases de 90 minutos · Webinar pm-method 2.5.1 · E2E-4</a:t>
            </a:r>
            <a:endParaRPr lang="en-US" sz="14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457200" y="658368"/>
            <a:ext cx="9445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«done» al beneficio medido: gobernar un producto hecho con BMAD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que no se olvidan, cambios con presupuesto, calidad en cada entrega, lecciones que cambian algo y un cierre que se puede auditar.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04288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vas a poder hacer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88336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88336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15768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la división del trabajo: BMAD especifica y construye; pm-method gobierna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34563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34563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61995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una aprobación «con condiciones» en una condición formal con seguimiento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580790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80790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608222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la calidad por entrega y tratar un rechazo con traza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027018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27018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054450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Llevar una lección de la retrospectiva hasta el cambio verificado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473245"/>
            <a:ext cx="6355080" cy="373075"/>
          </a:xfrm>
          <a:prstGeom prst="roundRect">
            <a:avLst>
              <a:gd name="adj" fmla="val 1470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73245"/>
            <a:ext cx="384048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500677"/>
            <a:ext cx="56967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un expediente de auditoría verificable y leer los beneficios después del cierre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992624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quién 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358384"/>
            <a:ext cx="63550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Gestores de proyecto y PMO de equipos ágiles o que usan BMAD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owners y jefes de equipo que entregan por sprints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Juntas, auditores internos y dueños de los beneficios</a:t>
            </a:r>
            <a:endParaRPr lang="en-US" sz="1600" dirty="0"/>
          </a:p>
        </p:txBody>
      </p:sp>
      <p:pic>
        <p:nvPicPr>
          <p:cNvPr id="23" name="Image 0" descr="Del caso: el proyecto cierra con 11 de 11 productos aceptados y 0 condiciones abiert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304288"/>
            <a:ext cx="4599432" cy="2587181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132320" y="2304288"/>
            <a:ext cx="4599432" cy="258718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32320" y="4946333"/>
            <a:ext cx="4599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caso: el proyecto cierra con 11 de 11 productos aceptados y 0 condiciones abiertas.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132320" y="5458396"/>
            <a:ext cx="4599432" cy="805244"/>
          </a:xfrm>
          <a:prstGeom prst="roundRect">
            <a:avLst>
              <a:gd name="adj" fmla="val 9084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0" y="5549836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 en total · 2 clases de 90 minutos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0" y="5860733"/>
            <a:ext cx="4233672" cy="32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Fecha, horario, lugar o enlace e inscripción: a completar por quien organiza.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 el taller y qué te llevás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7008"/>
            <a:ext cx="5500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trabajás con el agente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00116" cy="1043559"/>
          </a:xfrm>
          <a:prstGeom prst="roundRect">
            <a:avLst>
              <a:gd name="adj" fmla="val 701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7784" y="1700784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hace el agente (Claude Code con pm-method)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57784" y="1874139"/>
            <a:ext cx="5298948" cy="71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la especificación de BMAD en solo lectura y devuelve decisiones por traspaso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Señala cada historia terminada sin revisión y cada rechazo sin tratar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 lecciones con cita y arma el expediente con huellas y bitácora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07767"/>
            <a:ext cx="5500116" cy="1043559"/>
          </a:xfrm>
          <a:prstGeom prst="roundRect">
            <a:avLst>
              <a:gd name="adj" fmla="val 7010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" y="2808351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decidís vos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57784" y="2981706"/>
            <a:ext cx="5298948" cy="71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junta fija condiciones, aprueba cambios y autoriza el cierre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gestor confirma qué lecciones se registran y quién las acciona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mide los beneficios después del cierre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815334"/>
            <a:ext cx="5500116" cy="576072"/>
          </a:xfrm>
          <a:prstGeom prst="roundRect">
            <a:avLst>
              <a:gd name="adj" fmla="val 12698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" y="3915918"/>
            <a:ext cx="52989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humano: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nunca escribe en los artefactos de BMAD ni da una condición por cumplida: lo hace alguien con rol, y queda registrado.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455414"/>
            <a:ext cx="5500116" cy="1418463"/>
          </a:xfrm>
          <a:prstGeom prst="roundRect">
            <a:avLst>
              <a:gd name="adj" fmla="val 515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4555998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inscribirte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57784" y="4729353"/>
            <a:ext cx="5298948" cy="71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Nociones de etapas, puertas y business case, o experiencia liderando iniciativas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programar ni conocer BMAD; recomendado: haber hecho el taller E2E-5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que instalar para las clases; para practicar, Claude Code con pm-method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" y="5398389"/>
            <a:ext cx="52989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Modalidad: </a:t>
            </a:r>
            <a:pPr indent="0" marL="0"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clases en vivo de 90 minutos: demostración sobre un caso real y ejercicio de 10 minutos al cierre de cada una.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31636" y="1207008"/>
            <a:ext cx="5500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1636" y="1600200"/>
            <a:ext cx="5500116" cy="1254379"/>
          </a:xfrm>
          <a:prstGeom prst="roundRect">
            <a:avLst>
              <a:gd name="adj" fmla="val 583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2220" y="1700784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90 min · Gobernar la construcción con BMAD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332220" y="1874139"/>
            <a:ext cx="5298948" cy="92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formal desde el gate de preparación de BMAD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como paquete de trabajo y valor ganado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rumbo con presupuesto y nueva línea base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a volumen por entrega y estado de productos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1636" y="2918587"/>
            <a:ext cx="5500116" cy="1254379"/>
          </a:xfrm>
          <a:prstGeom prst="roundRect">
            <a:avLst>
              <a:gd name="adj" fmla="val 583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2220" y="3019171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90 min · Recorrido, lecciones, cierre y beneficios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32220" y="3192526"/>
            <a:ext cx="5298948" cy="92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 la socia y dolores tratados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Retrospectiva: lecciones con cita y acciones verificadas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por id y expediente de auditoría con bitácora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contra trayectoria y tolerancia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231636" y="4282694"/>
            <a:ext cx="55001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te llevás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31636" y="4675886"/>
            <a:ext cx="5500116" cy="1624330"/>
          </a:xfrm>
          <a:prstGeom prst="roundRect">
            <a:avLst>
              <a:gd name="adj" fmla="val 4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2220" y="4776470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vos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332220" y="4949825"/>
            <a:ext cx="529894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forma de gobernar equipos ágiles sin frenar la construcción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recorrido de punta a punta: de la puerta al beneficio medido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32220" y="5408041"/>
            <a:ext cx="5298948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tu organización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32220" y="5581396"/>
            <a:ext cx="5298948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visible en cada entrega: en el caso, cierre con 11 de 11 productos aceptados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verificable: una edición en una copia se detecta y se explica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inar pm-method">
  <a:themeElements>
    <a:clrScheme name="Webinar pm-method">
      <a:dk1>
        <a:srgbClr val="272425"/>
      </a:dk1>
      <a:lt1>
        <a:srgbClr val="FFFFFF"/>
      </a:lt1>
      <a:dk2>
        <a:srgbClr val="002855"/>
      </a:dk2>
      <a:lt2>
        <a:srgbClr val="F4F6F8"/>
      </a:lt2>
      <a:accent1>
        <a:srgbClr val="00629B"/>
      </a:accent1>
      <a:accent2>
        <a:srgbClr val="B5651D"/>
      </a:accent2>
      <a:accent3>
        <a:srgbClr val="002855"/>
      </a:accent3>
      <a:accent4>
        <a:srgbClr val="696969"/>
      </a:accent4>
      <a:accent5>
        <a:srgbClr val="272425"/>
      </a:accent5>
      <a:accent6>
        <a:srgbClr val="00629B"/>
      </a:accent6>
      <a:hlink>
        <a:srgbClr val="00629B"/>
      </a:hlink>
      <a:folHlink>
        <a:srgbClr val="002855"/>
      </a:folHlink>
    </a:clrScheme>
    <a:fontScheme name="Webinar pm-metho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del taller E2E-4 · Del «done» al beneficio medido: gobernar un producto hecho con BMAD</dc:title>
  <dc:subject>pm-method 2.5.1</dc:subject>
  <dc:creator>pm-method</dc:creator>
  <cp:lastModifiedBy>pm-method</cp:lastModifiedBy>
  <cp:revision>1</cp:revision>
  <dcterms:created xsi:type="dcterms:W3CDTF">2026-10-28T23:59:31Z</dcterms:created>
  <dcterms:modified xsi:type="dcterms:W3CDTF">2026-10-28T23:59:31Z</dcterms:modified>
</cp:coreProperties>
</file>