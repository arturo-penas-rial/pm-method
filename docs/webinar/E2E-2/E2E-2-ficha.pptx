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cha del taller" id="{1e060ab0-0978-2f6f-6f8c-d18bf1ffaed1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Abrí con una pregunta: ¿quién aprobó el último cambio de tu proyecto y contra qué lo midió? El taller muestra cómo medir el impacto antes de decidir. La imagen es real, de la corrida del caso: un cambio «obligatorio» aprobado de palabra usaría el 200 % del presupuesto de cambio y el 150 % del límite de quien lo aprobó; por eso lo decide la junta. Cerrá con los objetivos y con para quién 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Explicá la división del trabajo: el agente calcula el impacto y dice quién decide; las personas deciden. La primera clase construye la línea base contra la que se mide todo cambio; la segunda recorre tres cambios de distinto tamaño, hasta la excepción. Subrayá que no hace falta programar ni instalar nada para las clases y que las cifras citadas salen del propio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103120"/>
          </a:xfrm>
          <a:prstGeom prst="rect">
            <a:avLst/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E2E-2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DETA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E2E-2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 clases de 90 minutos · Webinar pm-method 2.5.0 · E2E-2</a:t>
            </a:r>
            <a:endParaRPr lang="en-US" sz="1400" dirty="0"/>
          </a:p>
        </p:txBody>
      </p:sp>
      <p:sp>
        <p:nvSpPr>
          <p:cNvPr id="3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cambio, con su impacto medido antes de decidir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Fijá una línea base contra la que medir, sabé quién decide cada cambio y detectá el mismo día el que excede la autoridad delegada.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04288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vas a poder hacer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688336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88336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715768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productos, su trazabilidad y a qué persona de usuario sirve cada Must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34563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34563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61995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de cronograma calculados con tres valores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80790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80790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08222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decir quién decide cada uno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027018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27018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54450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análisis de impacto de un cambio antes de decidirlo, con el VAN del business case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473245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73245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500677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una excepción y recorrer su ruta hasta la puerta de la junta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99262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358384"/>
            <a:ext cx="6355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de proyecto y product owners que reciben pedidos de cambio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Autoridades de cambio y juntas que aprueban alcance, plazo y presupuesto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negocio que necesitan saber qué le hace un cambio al business case</a:t>
            </a:r>
            <a:endParaRPr lang="en-US" sz="1600" dirty="0"/>
          </a:p>
        </p:txBody>
      </p:sp>
      <p:pic>
        <p:nvPicPr>
          <p:cNvPr id="23" name="Image 0" descr="Del caso: C-002 supera los cinco límites del análisis de impacto; lo decide la jun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04288"/>
            <a:ext cx="4599432" cy="258718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132320" y="2304288"/>
            <a:ext cx="4599432" cy="25871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32320" y="4946333"/>
            <a:ext cx="4599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caso: C-002 supera los cinco límites del análisis de impacto; lo decide la junta.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132320" y="5458396"/>
            <a:ext cx="4599432" cy="805244"/>
          </a:xfrm>
          <a:prstGeom prst="roundRect">
            <a:avLst>
              <a:gd name="adj" fmla="val 9084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0" y="5549836"/>
            <a:ext cx="4233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 en total · 2 clases de 90 minutos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860733"/>
            <a:ext cx="4233672" cy="32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Fecha, horario, lugar o enlace e inscripción: a completar por quien organiza.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el taller y qué te llevás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trabajás con el agente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hace el agente (Claude Code con pm-method)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" y="1874139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Recalcula la trazabilidad requisito → historia → paquete en cada sincronización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camino crítico, reserva, capacidad del release e impacto de cada cambio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 registrar una aprobación de quien no tiene autoridad para darla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707767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" y="280835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decidís vos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7784" y="2981706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product owner decide los intercambios dentro del release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autoridad de cambio decide dentro de su límite; lo que lo excede va a la junta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aprueba el plan de excepción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15334"/>
            <a:ext cx="5500116" cy="576072"/>
          </a:xfrm>
          <a:prstGeom prst="roundRect">
            <a:avLst>
              <a:gd name="adj" fmla="val 12698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" y="3915918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humano: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mide e informa quién tiene que decidir; no aprueba cambios. Cada decisión queda registrada con su autor y su motivo.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5414"/>
            <a:ext cx="5500116" cy="1418463"/>
          </a:xfrm>
          <a:prstGeom prst="roundRect">
            <a:avLst>
              <a:gd name="adj" fmla="val 515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4555998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inscribirte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" y="4729353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qué es una WBS, un backlog y un presupuesto; no hace falta programar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proyecto propio con un cambio de alcance reciente, o el escenario del caso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que instalar para las clases; para practicar, Claude Code con pm-method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5398389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Modalidad: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clases en vivo de 90 minutos: demostración sobre un caso real y ejercicio de 10 minutos al cierre de cada una.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31636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1636" y="1600200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32220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 · Del alcance a la línea base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32220" y="1874139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por productos, WBS y trazabilidad a BMAD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valores, camino crítico y reserva de cronograma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MoSCoW, capacidad del release y personas de usuario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Presupuesto, business case, tolerancias y autoridad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1636" y="2918587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2220" y="301917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 · El cambio bajo control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32220" y="3192526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Intercambio del product owner sin solicitud de cambio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alcance con análisis de impacto y decisión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Nuevas líneas base, trazabilidad y valor ganado ágil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Excepción: informe, plan y puerta de la junta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31636" y="4282694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llevás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31636" y="4675886"/>
            <a:ext cx="5500116" cy="1464310"/>
          </a:xfrm>
          <a:prstGeom prst="roundRect">
            <a:avLst>
              <a:gd name="adj" fmla="val 49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2220" y="4776470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4949825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tabla de impacto que podés llevar a cualquier comité de cambios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para decir, con datos, quién decide cada pedido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32220" y="540804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tu organización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32220" y="5581396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que no se aprueban de palabra: en el caso, C-002 se frenó el mismo día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business case que se revisa con cada cambio, no solo para aprobar el proyecto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del taller E2E-2 · Cada cambio, con su impacto medido antes de decidir</dc:title>
  <dc:subject>pm-method 2.5.0</dc:subject>
  <dc:creator>pm-method</dc:creator>
  <cp:lastModifiedBy>pm-method</cp:lastModifiedBy>
  <cp:revision>1</cp:revision>
  <dcterms:created xsi:type="dcterms:W3CDTF">2026-10-27T22:43:51Z</dcterms:created>
  <dcterms:modified xsi:type="dcterms:W3CDTF">2026-10-27T22:43:51Z</dcterms:modified>
</cp:coreProperties>
</file>